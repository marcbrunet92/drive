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581" autoAdjust="0"/>
  </p:normalViewPr>
  <p:slideViewPr>
    <p:cSldViewPr snapToGrid="0">
      <p:cViewPr varScale="1">
        <p:scale>
          <a:sx n="69" d="100"/>
          <a:sy n="69" d="100"/>
        </p:scale>
        <p:origin x="1157" y="62"/>
      </p:cViewPr>
      <p:guideLst/>
    </p:cSldViewPr>
  </p:slideViewPr>
  <p:notesTextViewPr>
    <p:cViewPr>
      <p:scale>
        <a:sx n="1" d="1"/>
        <a:sy n="1" d="1"/>
      </p:scale>
      <p:origin x="0" y="-77"/>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B8528-3BF6-4D22-A053-BF949DA0D31D}" type="datetimeFigureOut">
              <a:rPr lang="fr-FR" smtClean="0"/>
              <a:t>06/03/2025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CB686-8950-4B85-B667-A63CBF02D153}" type="slidenum">
              <a:rPr lang="fr-FR" smtClean="0"/>
              <a:t>‹N°›</a:t>
            </a:fld>
            <a:endParaRPr lang="fr-FR"/>
          </a:p>
        </p:txBody>
      </p:sp>
    </p:spTree>
    <p:extLst>
      <p:ext uri="{BB962C8B-B14F-4D97-AF65-F5344CB8AC3E}">
        <p14:creationId xmlns:p14="http://schemas.microsoft.com/office/powerpoint/2010/main" val="2192996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buFont typeface="+mj-lt"/>
              <a:buAutoNum type="arabicPeriod"/>
            </a:pPr>
            <a:r>
              <a:rPr lang="de-DE" b="1" dirty="0"/>
              <a:t>Geburt</a:t>
            </a:r>
            <a:r>
              <a:rPr lang="de-DE" dirty="0"/>
              <a:t>: 20. Oktober 1946</a:t>
            </a:r>
          </a:p>
          <a:p>
            <a:pPr>
              <a:buFont typeface="+mj-lt"/>
              <a:buAutoNum type="arabicPeriod"/>
            </a:pPr>
            <a:r>
              <a:rPr lang="de-DE" b="1" dirty="0"/>
              <a:t>Herkunft</a:t>
            </a:r>
            <a:r>
              <a:rPr lang="de-DE" dirty="0"/>
              <a:t>: Mürzzuschlag, Steiermark, Österreich</a:t>
            </a:r>
          </a:p>
          <a:p>
            <a:pPr>
              <a:buFont typeface="+mj-lt"/>
              <a:buAutoNum type="arabicPeriod"/>
            </a:pPr>
            <a:r>
              <a:rPr lang="de-DE" b="1" dirty="0"/>
              <a:t>Studium</a:t>
            </a:r>
            <a:r>
              <a:rPr lang="de-DE" dirty="0"/>
              <a:t>: Musik an der Universität Wien, Theaterwissenschaft</a:t>
            </a:r>
          </a:p>
          <a:p>
            <a:pPr>
              <a:buFont typeface="+mj-lt"/>
              <a:buAutoNum type="arabicPeriod"/>
            </a:pPr>
            <a:r>
              <a:rPr lang="de-DE" b="1" dirty="0"/>
              <a:t>Beruf</a:t>
            </a:r>
            <a:r>
              <a:rPr lang="de-DE" dirty="0"/>
              <a:t>: Schriftstellerin, Dramatikerin, Essayistin</a:t>
            </a:r>
          </a:p>
          <a:p>
            <a:pPr>
              <a:buFont typeface="+mj-lt"/>
              <a:buAutoNum type="arabicPeriod"/>
            </a:pPr>
            <a:r>
              <a:rPr lang="de-DE" b="1" dirty="0"/>
              <a:t>Themen</a:t>
            </a:r>
            <a:r>
              <a:rPr lang="de-DE" dirty="0"/>
              <a:t>: Feminismus, Machtverhältnisse, Gewalt, Sexualität</a:t>
            </a:r>
          </a:p>
          <a:p>
            <a:pPr>
              <a:buFont typeface="+mj-lt"/>
              <a:buAutoNum type="arabicPeriod"/>
            </a:pPr>
            <a:r>
              <a:rPr lang="de-DE" b="1" dirty="0"/>
              <a:t>Wichtige Werke</a:t>
            </a:r>
            <a:r>
              <a:rPr lang="de-DE" dirty="0"/>
              <a:t>: </a:t>
            </a:r>
            <a:r>
              <a:rPr lang="de-DE" i="1" dirty="0"/>
              <a:t>Die Klavierspielerin</a:t>
            </a:r>
            <a:r>
              <a:rPr lang="de-DE" dirty="0"/>
              <a:t> (1983), </a:t>
            </a:r>
            <a:r>
              <a:rPr lang="de-DE" i="1" dirty="0"/>
              <a:t>Liebhaberinnen</a:t>
            </a:r>
            <a:r>
              <a:rPr lang="de-DE" dirty="0"/>
              <a:t> (1987), </a:t>
            </a:r>
            <a:r>
              <a:rPr lang="de-DE" i="1" dirty="0"/>
              <a:t>Die Kinder der toten Frauen</a:t>
            </a:r>
            <a:r>
              <a:rPr lang="de-DE" dirty="0"/>
              <a:t> (1997)</a:t>
            </a:r>
          </a:p>
          <a:p>
            <a:pPr>
              <a:buFont typeface="+mj-lt"/>
              <a:buAutoNum type="arabicPeriod"/>
            </a:pPr>
            <a:r>
              <a:rPr lang="de-DE" b="1" dirty="0"/>
              <a:t>Film</a:t>
            </a:r>
            <a:r>
              <a:rPr lang="de-DE" dirty="0"/>
              <a:t>: </a:t>
            </a:r>
            <a:r>
              <a:rPr lang="de-DE" i="1" dirty="0"/>
              <a:t>Die Klavierspielerin</a:t>
            </a:r>
            <a:r>
              <a:rPr lang="de-DE" dirty="0"/>
              <a:t> (2001), Regie: Michael Haneke, Isabelle Huppert</a:t>
            </a:r>
          </a:p>
          <a:p>
            <a:pPr>
              <a:buFont typeface="+mj-lt"/>
              <a:buAutoNum type="arabicPeriod"/>
            </a:pPr>
            <a:r>
              <a:rPr lang="de-DE" b="1" dirty="0"/>
              <a:t>Auszeichnung</a:t>
            </a:r>
            <a:r>
              <a:rPr lang="de-DE" dirty="0"/>
              <a:t>: Nobelpreis für Literatur 2004</a:t>
            </a:r>
          </a:p>
          <a:p>
            <a:pPr>
              <a:buFont typeface="+mj-lt"/>
              <a:buAutoNum type="arabicPeriod"/>
            </a:pPr>
            <a:r>
              <a:rPr lang="de-DE" b="1" dirty="0"/>
              <a:t>Motiv für Nobelpreis</a:t>
            </a:r>
            <a:r>
              <a:rPr lang="de-DE" dirty="0"/>
              <a:t>: Musikalische Sprache, gesellschaftliche Themen</a:t>
            </a:r>
          </a:p>
          <a:p>
            <a:pPr>
              <a:buFont typeface="+mj-lt"/>
              <a:buAutoNum type="arabicPeriod"/>
            </a:pPr>
            <a:r>
              <a:rPr lang="de-DE" b="1" dirty="0"/>
              <a:t>Stil</a:t>
            </a:r>
            <a:r>
              <a:rPr lang="de-DE" dirty="0"/>
              <a:t>: Provokativ, komplex, fragmentiert</a:t>
            </a:r>
          </a:p>
          <a:p>
            <a:pPr>
              <a:buFont typeface="+mj-lt"/>
              <a:buAutoNum type="arabicPeriod"/>
            </a:pPr>
            <a:r>
              <a:rPr lang="de-DE" b="1" dirty="0"/>
              <a:t>Innovative Technik</a:t>
            </a:r>
            <a:r>
              <a:rPr lang="de-DE" dirty="0"/>
              <a:t>: Unzuverlässige Erzähler, nicht-lineare Erzählweise</a:t>
            </a:r>
          </a:p>
          <a:p>
            <a:pPr>
              <a:buFont typeface="+mj-lt"/>
              <a:buAutoNum type="arabicPeriod"/>
            </a:pPr>
            <a:r>
              <a:rPr lang="de-DE" b="1" dirty="0"/>
              <a:t>Gesellschaftskritik</a:t>
            </a:r>
            <a:r>
              <a:rPr lang="de-DE" dirty="0"/>
              <a:t>: Analyse von Unterdrückung, gesellschaftlichen Normen</a:t>
            </a:r>
          </a:p>
          <a:p>
            <a:pPr>
              <a:buFont typeface="+mj-lt"/>
              <a:buAutoNum type="arabicPeriod"/>
            </a:pPr>
            <a:r>
              <a:rPr lang="de-DE" b="1" dirty="0"/>
              <a:t>Feministische Perspektive</a:t>
            </a:r>
            <a:r>
              <a:rPr lang="de-DE" dirty="0"/>
              <a:t>: Kritik an traditionellen Geschlechterrollen</a:t>
            </a:r>
          </a:p>
          <a:p>
            <a:pPr>
              <a:buFont typeface="+mj-lt"/>
              <a:buAutoNum type="arabicPeriod"/>
            </a:pPr>
            <a:r>
              <a:rPr lang="de-DE" b="1" dirty="0"/>
              <a:t>Themen der Gewalt</a:t>
            </a:r>
            <a:r>
              <a:rPr lang="de-DE" dirty="0"/>
              <a:t>: Psychische und physische Gewalt, Unterdrückung von Frauen</a:t>
            </a:r>
          </a:p>
          <a:p>
            <a:pPr>
              <a:buFont typeface="+mj-lt"/>
              <a:buAutoNum type="arabicPeriod"/>
            </a:pPr>
            <a:r>
              <a:rPr lang="de-DE" b="1" dirty="0"/>
              <a:t>Intertextualität</a:t>
            </a:r>
            <a:r>
              <a:rPr lang="de-DE" dirty="0"/>
              <a:t>: Bezugnahme auf andere literarische Werke, Philosophie</a:t>
            </a:r>
          </a:p>
          <a:p>
            <a:pPr>
              <a:buFont typeface="+mj-lt"/>
              <a:buAutoNum type="arabicPeriod"/>
            </a:pPr>
            <a:r>
              <a:rPr lang="de-DE" b="1" dirty="0"/>
              <a:t>Kritik an Machtstrukturen</a:t>
            </a:r>
            <a:r>
              <a:rPr lang="de-DE" dirty="0"/>
              <a:t>: Patriarchat, autoritäre Systeme, politische Strukturen</a:t>
            </a:r>
          </a:p>
          <a:p>
            <a:pPr>
              <a:buFont typeface="+mj-lt"/>
              <a:buAutoNum type="arabicPeriod"/>
            </a:pPr>
            <a:r>
              <a:rPr lang="de-DE" b="1" dirty="0"/>
              <a:t>Sprache</a:t>
            </a:r>
            <a:r>
              <a:rPr lang="de-DE" dirty="0"/>
              <a:t>: Dichte, metaphorisch, ironisch</a:t>
            </a:r>
          </a:p>
          <a:p>
            <a:pPr>
              <a:buFont typeface="+mj-lt"/>
              <a:buAutoNum type="arabicPeriod"/>
            </a:pPr>
            <a:r>
              <a:rPr lang="de-DE" b="1" dirty="0"/>
              <a:t>Wirkung</a:t>
            </a:r>
            <a:r>
              <a:rPr lang="de-DE" dirty="0"/>
              <a:t>: Weltweit, kontrovers, häufig zitiert</a:t>
            </a:r>
          </a:p>
          <a:p>
            <a:pPr>
              <a:buFont typeface="+mj-lt"/>
              <a:buAutoNum type="arabicPeriod"/>
            </a:pPr>
            <a:r>
              <a:rPr lang="de-DE" b="1" dirty="0"/>
              <a:t>Rezeption</a:t>
            </a:r>
            <a:r>
              <a:rPr lang="de-DE" dirty="0"/>
              <a:t>: Kritische, teils negative Reaktionen, teils Lob für Tiefe</a:t>
            </a:r>
          </a:p>
          <a:p>
            <a:pPr>
              <a:buFont typeface="+mj-lt"/>
              <a:buAutoNum type="arabicPeriod"/>
            </a:pPr>
            <a:r>
              <a:rPr lang="de-DE" b="1" dirty="0" err="1"/>
              <a:t>Einfluss</a:t>
            </a:r>
            <a:r>
              <a:rPr lang="de-DE" dirty="0"/>
              <a:t>: Große Wirkung auf zeitgenössische Literatur und Theater</a:t>
            </a:r>
          </a:p>
          <a:p>
            <a:r>
              <a:rPr lang="fr-FR" dirty="0"/>
              <a:t>Le best-seller d'</a:t>
            </a:r>
            <a:r>
              <a:rPr lang="fr-FR" dirty="0" err="1"/>
              <a:t>Elfriede</a:t>
            </a:r>
            <a:r>
              <a:rPr lang="fr-FR" dirty="0"/>
              <a:t> Jelinek est </a:t>
            </a:r>
            <a:r>
              <a:rPr lang="fr-FR" b="1" dirty="0"/>
              <a:t>"Die </a:t>
            </a:r>
            <a:r>
              <a:rPr lang="fr-FR" b="1" dirty="0" err="1"/>
              <a:t>Klavierspielerin</a:t>
            </a:r>
            <a:r>
              <a:rPr lang="fr-FR" b="1" dirty="0"/>
              <a:t>"</a:t>
            </a:r>
            <a:r>
              <a:rPr lang="fr-FR" dirty="0"/>
              <a:t> (</a:t>
            </a:r>
            <a:r>
              <a:rPr lang="fr-FR" i="1" dirty="0"/>
              <a:t>La Pianiste</a:t>
            </a:r>
            <a:r>
              <a:rPr lang="fr-FR" dirty="0"/>
              <a:t> en français), publié en 1983. Ce roman est l'un de ses ouvrages les plus célèbres et a été adapté au cinéma en 2001, avec Isabelle Huppert dans le rôle principal. L'histoire explore les thèmes du contrôle, de la domination psychologique, de la sexualité et de la répression, en se concentrant sur une relation complexe entre une mère autoritaire et sa fille pianiste.</a:t>
            </a:r>
          </a:p>
          <a:p>
            <a:r>
              <a:rPr lang="de-DE" dirty="0"/>
              <a:t>Der Bestseller von Elfriede Jelinek ist </a:t>
            </a:r>
            <a:r>
              <a:rPr lang="de-DE" b="1" dirty="0"/>
              <a:t>"Die Klavierspielerin"</a:t>
            </a:r>
            <a:r>
              <a:rPr lang="de-DE" dirty="0"/>
              <a:t>, veröffentlicht im Jahr 1983. Dieser Roman ist eines ihrer bekanntesten Werke und wurde 2001 verfilmt, mit Isabelle Huppert in der Hauptrolle. Die Geschichte behandelt Themen wie Kontrolle, psychologische Dominanz, Sexualität und Repression. Sie konzentriert sich auf die komplexe Beziehung zwischen einer autoritären Mutter und ihrer Tochter, einer Pianistin.</a:t>
            </a:r>
            <a:endParaRPr lang="fr-FR" dirty="0"/>
          </a:p>
        </p:txBody>
      </p:sp>
      <p:sp>
        <p:nvSpPr>
          <p:cNvPr id="4" name="Espace réservé du numéro de diapositive 3"/>
          <p:cNvSpPr>
            <a:spLocks noGrp="1"/>
          </p:cNvSpPr>
          <p:nvPr>
            <p:ph type="sldNum" sz="quarter" idx="5"/>
          </p:nvPr>
        </p:nvSpPr>
        <p:spPr/>
        <p:txBody>
          <a:bodyPr/>
          <a:lstStyle/>
          <a:p>
            <a:fld id="{9BCCB686-8950-4B85-B667-A63CBF02D153}" type="slidenum">
              <a:rPr lang="fr-FR" smtClean="0"/>
              <a:t>1</a:t>
            </a:fld>
            <a:endParaRPr lang="fr-FR"/>
          </a:p>
        </p:txBody>
      </p:sp>
    </p:spTree>
    <p:extLst>
      <p:ext uri="{BB962C8B-B14F-4D97-AF65-F5344CB8AC3E}">
        <p14:creationId xmlns:p14="http://schemas.microsoft.com/office/powerpoint/2010/main" val="271968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444A8A-2C3B-CF3D-EAD3-73198E3F5F6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AD70885-3DD6-FED0-4669-60D741B0A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4BFD2AD-64D1-4497-3575-D21C33840303}"/>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BF7E0508-D83B-7CBC-C687-EA3454ECAE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1FCC398-741C-F3A6-4620-F5C91C1D8AB8}"/>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502348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29660-B57A-CEDA-A1C0-446E6A3DB37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3C6ABEF-F33D-B807-3C04-2B3DF9342C7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D0D1AB-211C-BE42-EEDF-C1C18FC1A126}"/>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04F5FD9F-9007-6842-63DC-B19932B343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5256799-5738-D5D8-1865-AB0A00756146}"/>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3319496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B41B18-CB46-C3A6-7D7F-545E254E353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9D423EB-7877-A7B3-7B68-3AA2D7E8B3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DD1FA73-EFB1-5A64-F56E-E9B9C6F0BC0B}"/>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8259576D-BC64-F232-E991-BD125D8BA4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A97A88-378B-08F7-8921-D0714400E5D4}"/>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1265199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8E5C55-1DB8-B8A4-87AD-92C31A4B584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C09979E-C148-0A0D-0E47-96A65DBBFC2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D9A8D64-6751-0A31-085D-37A94B4056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6479771-2F19-34EF-7D47-1BF857D5CBD6}"/>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6" name="Espace réservé du pied de page 5">
            <a:extLst>
              <a:ext uri="{FF2B5EF4-FFF2-40B4-BE49-F238E27FC236}">
                <a16:creationId xmlns:a16="http://schemas.microsoft.com/office/drawing/2014/main" id="{5A035744-391E-2B8A-71FC-7770B8FB867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2D17350-342E-646C-4D90-30B49088DDB3}"/>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1566933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3883F6-6439-5AEF-192E-E24AF9EEBB2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A547490-CF19-CFBA-9EC6-C8E34DEFDD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5EFE8D4-FCE9-9A20-07A2-2AEF437E033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D51808C-938F-329C-43F6-89D53CAD24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D9707D7-543D-54C6-A9E7-9E12C84320E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2CD03C5-C9AD-E38E-2C28-3C383FA667E5}"/>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8" name="Espace réservé du pied de page 7">
            <a:extLst>
              <a:ext uri="{FF2B5EF4-FFF2-40B4-BE49-F238E27FC236}">
                <a16:creationId xmlns:a16="http://schemas.microsoft.com/office/drawing/2014/main" id="{D996E6B3-0303-267D-2010-09BDBFC3201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54F55F3-EB83-2746-0158-F03146EEF801}"/>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1539768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723809-1D35-3BB7-F7AC-DA38D32AD0A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2DCCA1F-2A78-E94A-9FFB-638EF8603CBB}"/>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4" name="Espace réservé du pied de page 3">
            <a:extLst>
              <a:ext uri="{FF2B5EF4-FFF2-40B4-BE49-F238E27FC236}">
                <a16:creationId xmlns:a16="http://schemas.microsoft.com/office/drawing/2014/main" id="{CDA65A23-7188-39D7-CF8A-C867AC5D535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83178C3-077A-5AB1-E856-BA215DF153BB}"/>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807045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8B5444E-F295-09E5-C2CA-3FCCA418EE97}"/>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3" name="Espace réservé du pied de page 2">
            <a:extLst>
              <a:ext uri="{FF2B5EF4-FFF2-40B4-BE49-F238E27FC236}">
                <a16:creationId xmlns:a16="http://schemas.microsoft.com/office/drawing/2014/main" id="{A32E281D-5556-5617-4156-9F1EDC47CDF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F9BECE6-E640-46B4-5BC9-449963D13868}"/>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3856035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268ACB-69CB-F95C-6B5A-FF275B47FA3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F75DB84-4D35-6ABC-2F42-D3089CCDEF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FD7D303-31DB-69F5-49F6-081E015AEC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93F8576-14B3-79D8-3DE5-86BC1C04B7BB}"/>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6" name="Espace réservé du pied de page 5">
            <a:extLst>
              <a:ext uri="{FF2B5EF4-FFF2-40B4-BE49-F238E27FC236}">
                <a16:creationId xmlns:a16="http://schemas.microsoft.com/office/drawing/2014/main" id="{62DECF2F-4A3B-5A55-B774-BA632C51C14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F01D9D3-17CB-FA60-3F07-012B964EB329}"/>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1710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68013A-D513-4EFD-3A74-37033E9E4F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F1A0BC8-72B7-E778-1B58-F016BE3E9E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EC10C7D-27AA-2878-B07D-0D9FF4BF5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C7C20E5-54D4-421D-44E6-4792DE647166}"/>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6" name="Espace réservé du pied de page 5">
            <a:extLst>
              <a:ext uri="{FF2B5EF4-FFF2-40B4-BE49-F238E27FC236}">
                <a16:creationId xmlns:a16="http://schemas.microsoft.com/office/drawing/2014/main" id="{EF7E0107-516B-4295-FA1E-6BDBE9E153F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3A35684-2329-470E-A9DE-CA3F344B4F3F}"/>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1955657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EA1EFA-2206-FB99-3C99-C58A78FBEFA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40DD437-4455-7258-B29F-0B6E11CB3A7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963348C-6713-9705-F9C9-A03C0BD64972}"/>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CFFF2249-DBDC-8474-EBB0-1711C729C86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267228E-8806-6D82-1F79-D754F4789E8F}"/>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2288463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ACE56C6-9F60-28E4-6666-CF51FFC974A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431EB4F-7518-1E93-6972-5E8B92271F7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496FA4C-FFA6-AB4A-3F03-85BEFC770EEB}"/>
              </a:ext>
            </a:extLst>
          </p:cNvPr>
          <p:cNvSpPr>
            <a:spLocks noGrp="1"/>
          </p:cNvSpPr>
          <p:nvPr>
            <p:ph type="dt" sz="half" idx="10"/>
          </p:nvPr>
        </p:nvSpPr>
        <p:spPr/>
        <p:txBody>
          <a:body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2541A88C-F28E-8DC1-E590-DADB09ED31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CD4763-18A4-E743-CBD4-ADE2863E5739}"/>
              </a:ext>
            </a:extLst>
          </p:cNvPr>
          <p:cNvSpPr>
            <a:spLocks noGrp="1"/>
          </p:cNvSpPr>
          <p:nvPr>
            <p:ph type="sldNum" sz="quarter" idx="12"/>
          </p:nvPr>
        </p:nvSpPr>
        <p:spPr/>
        <p:txBody>
          <a:bodyPr/>
          <a:lstStyle/>
          <a:p>
            <a:fld id="{CBD8AE32-B108-48DD-B1B9-BA575AE00BAB}" type="slidenum">
              <a:rPr lang="fr-FR" smtClean="0"/>
              <a:t>‹N°›</a:t>
            </a:fld>
            <a:endParaRPr lang="fr-FR"/>
          </a:p>
        </p:txBody>
      </p:sp>
    </p:spTree>
    <p:extLst>
      <p:ext uri="{BB962C8B-B14F-4D97-AF65-F5344CB8AC3E}">
        <p14:creationId xmlns:p14="http://schemas.microsoft.com/office/powerpoint/2010/main" val="366689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358A487-5351-D1C5-2B33-9931809B9A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9C78F66-A0B4-87C0-ACC6-4150002E61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5AB1383-0EB3-0F16-3A61-B30AF7A7C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C370C4-2776-4A1B-88F7-58C60F698887}" type="datetimeFigureOut">
              <a:rPr lang="fr-FR" smtClean="0"/>
              <a:t>06/03/2025</a:t>
            </a:fld>
            <a:endParaRPr lang="fr-FR"/>
          </a:p>
        </p:txBody>
      </p:sp>
      <p:sp>
        <p:nvSpPr>
          <p:cNvPr id="5" name="Espace réservé du pied de page 4">
            <a:extLst>
              <a:ext uri="{FF2B5EF4-FFF2-40B4-BE49-F238E27FC236}">
                <a16:creationId xmlns:a16="http://schemas.microsoft.com/office/drawing/2014/main" id="{518AD841-9714-89B4-89DD-41E2D7E2E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461D8AE-6499-81E0-5981-28D269EC50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8AE32-B108-48DD-B1B9-BA575AE00BAB}" type="slidenum">
              <a:rPr lang="fr-FR" smtClean="0"/>
              <a:t>‹N°›</a:t>
            </a:fld>
            <a:endParaRPr lang="fr-FR"/>
          </a:p>
        </p:txBody>
      </p:sp>
    </p:spTree>
    <p:extLst>
      <p:ext uri="{BB962C8B-B14F-4D97-AF65-F5344CB8AC3E}">
        <p14:creationId xmlns:p14="http://schemas.microsoft.com/office/powerpoint/2010/main" val="4026591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es Amantes&quot; d'Elfriede Jelinek Lecture d'un roman controversé - broché -  Bénédicte Guillon - Achat Livre | fnac">
            <a:extLst>
              <a:ext uri="{FF2B5EF4-FFF2-40B4-BE49-F238E27FC236}">
                <a16:creationId xmlns:a16="http://schemas.microsoft.com/office/drawing/2014/main" id="{A556B7DE-5C1C-CAB4-6E0C-D65B8462C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75" y="2557817"/>
            <a:ext cx="4210050" cy="4210050"/>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82D64320-5A9D-D262-3331-AACE2E3FE089}"/>
              </a:ext>
            </a:extLst>
          </p:cNvPr>
          <p:cNvSpPr>
            <a:spLocks noGrp="1"/>
          </p:cNvSpPr>
          <p:nvPr>
            <p:ph type="ctrTitle"/>
          </p:nvPr>
        </p:nvSpPr>
        <p:spPr/>
        <p:txBody>
          <a:bodyPr/>
          <a:lstStyle/>
          <a:p>
            <a:r>
              <a:rPr lang="fr-FR" sz="6000" dirty="0" err="1">
                <a:effectLst/>
                <a:latin typeface="Arial" panose="020B0604020202020204" pitchFamily="34" charset="0"/>
              </a:rPr>
              <a:t>Elfriede</a:t>
            </a:r>
            <a:r>
              <a:rPr lang="fr-FR" sz="6000" dirty="0">
                <a:effectLst/>
                <a:latin typeface="Arial" panose="020B0604020202020204" pitchFamily="34" charset="0"/>
              </a:rPr>
              <a:t> Jelinek </a:t>
            </a:r>
            <a:br>
              <a:rPr lang="fr-FR" dirty="0">
                <a:effectLst/>
              </a:rPr>
            </a:br>
            <a:endParaRPr lang="fr-FR" dirty="0"/>
          </a:p>
        </p:txBody>
      </p:sp>
      <p:pic>
        <p:nvPicPr>
          <p:cNvPr id="5" name="Image 4">
            <a:extLst>
              <a:ext uri="{FF2B5EF4-FFF2-40B4-BE49-F238E27FC236}">
                <a16:creationId xmlns:a16="http://schemas.microsoft.com/office/drawing/2014/main" id="{5BA0D7CF-EFE4-1CFC-1B1D-347F3A7E72E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954324" y="3263138"/>
            <a:ext cx="5237676" cy="3594862"/>
          </a:xfrm>
          <a:prstGeom prst="rect">
            <a:avLst/>
          </a:prstGeom>
        </p:spPr>
      </p:pic>
    </p:spTree>
    <p:extLst>
      <p:ext uri="{BB962C8B-B14F-4D97-AF65-F5344CB8AC3E}">
        <p14:creationId xmlns:p14="http://schemas.microsoft.com/office/powerpoint/2010/main" val="17404037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EFFF654-D418-46CE-A026-935BA7F23807}">
  <we:reference id="wa200005566" version="3.0.0.2" store="fr-FR"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79</TotalTime>
  <Words>337</Words>
  <Application>Microsoft Office PowerPoint</Application>
  <PresentationFormat>Grand écran</PresentationFormat>
  <Paragraphs>24</Paragraphs>
  <Slides>1</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Calibri</vt:lpstr>
      <vt:lpstr>Calibri Light</vt:lpstr>
      <vt:lpstr>Thème Office</vt:lpstr>
      <vt:lpstr>Elfriede Jelinek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brunet</dc:creator>
  <cp:lastModifiedBy>marc brunet</cp:lastModifiedBy>
  <cp:revision>1</cp:revision>
  <dcterms:created xsi:type="dcterms:W3CDTF">2025-03-06T20:37:04Z</dcterms:created>
  <dcterms:modified xsi:type="dcterms:W3CDTF">2025-03-06T21:56:56Z</dcterms:modified>
</cp:coreProperties>
</file>