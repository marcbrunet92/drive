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F1AFE0-C718-B7F1-1DE0-54708C86B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7F5102-0C4C-96D4-AD49-3196AF77A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92C18A-804A-3628-7B06-24B91F57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941232-1E99-D95B-46D7-97C3BDED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03C92B-B077-7025-D2E1-E7A0FBE5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717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EBBBA1-7007-E497-DBE9-7822CDC6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21ADD3-B328-3625-C196-BE90BA5B2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A7D0AD-75E0-6817-19EF-54E571E2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E0E9E4-9C32-3BEB-F8C3-22F6141B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698983-E5D5-971D-FDA0-E92110AF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3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B47BEE-8528-22F7-E1BD-B345F44F1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A073DB-4057-0192-DA78-4C88F8052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EF8499-93D0-1DC2-4DD2-0B22A101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1086AD-1FF9-DC13-5053-D6A7A4CA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273C66-5217-5301-2BE6-EF99703D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52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E648E8-A740-07F6-28EF-73E5C89B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481223-D608-2D46-A981-344D6290F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6514C8D-4787-1BA8-5380-01DA2C3F0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F53DFF-18CD-4A19-10E1-F062FF24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50DE26-B53C-2A1F-6A5F-413CC1EE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9BD5F3-8960-AF2A-A0D4-F1D38F45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95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ADE8E1-6405-1DB4-FA5B-433FF6AE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1BBF5F-0CCB-887E-3896-7B20E9C10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D1255F-7616-B76B-66BB-E0757FC64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17BAA0-8FF0-7300-14F5-8341F0625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FD585B0-64DB-AA12-DBE8-6BC79EC07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527DEF-288C-D8DC-5480-6C44BE63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FA12B38-E2D7-D102-2712-7352A326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2D18B42-A304-EAEE-AB65-B34FBA61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856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7025C5-5A77-3E45-B890-1DF56D23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8899570-B912-898D-52CB-67D2F54B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9FE7FC-A9E7-1B4A-6F9F-330859ED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0427439-E969-2A38-EE4F-ADAFC6FA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60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AEDBF41-050D-BEBB-366E-C2AC5F92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3CF1668-D0F2-FFBB-85D9-950CE8D12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263C08-D419-D2BF-99AF-23892ADC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996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CEFED-42BF-B120-9EFB-91D4C3B8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B4898F-914C-B03E-FE34-1D2EBB9A8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70D1EF-74D0-543D-CCAD-8025B5EA3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4FCE1F-0D45-98B0-1790-05E542EF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39C8DB-711F-AC0F-DDE6-DAC1AF597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7EF9AB-BFDD-D2BF-80B8-72E52B96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37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C819C-481F-510C-6C61-D0485049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C42700-DB33-DEF7-EA76-8F044F51B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8BCB554-84D8-1BB1-D17E-4B67439EF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F22EF1-B618-472A-84B1-EA6BCF59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2C454F-BECE-5F98-B0B3-67E6FCC9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8E6A26-EF0B-F719-2AD4-988D60BD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568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64864E-BFEC-2267-7B47-3113E0A2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B76CE7-5DB1-EE9B-9AAC-4835DDCD2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BA45F0-61B5-7D27-40C2-D1769716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2DAFDE-049E-1CFD-D236-7D17A48A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0F2863-6EA4-B4A4-671E-59AC3E99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62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3FBB5B-E241-11DB-8C39-04516BA8E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4A53E0-4F42-F68C-08BC-076B649AE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4F54EF-E117-8A31-1559-7C0D882B0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8075E-82F3-6080-6D21-55FC1EC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6B743E-4BBE-FBC1-904B-B5F987E2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957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578656-45F0-6236-757D-21275BE7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8BAD1B-DBBD-391A-F02F-5C909CB47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5526D5-F797-FE8C-04A1-2CB9EE727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00412-C14A-4CD2-BE96-245FC3211206}" type="datetimeFigureOut">
              <a:rPr lang="fr-FR" smtClean="0"/>
              <a:t>02/02/2025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36D15F-5860-70F6-E30D-01F23864A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21671E-1203-81E0-E705-585FA825B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09AE8-9065-428B-B11F-C6B67E74A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19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39B789-B1FA-0C24-0420-340C8C96E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de-DE" sz="3200" noProof="0" dirty="0"/>
              <a:t>Bundestag verlängert vier Bundeswehreinsätze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BD2D237-31C0-A92F-CD8F-D3864EB56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821" y="914400"/>
            <a:ext cx="6889193" cy="499580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0381019-460E-52ED-C33B-CABF75F0173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01953" y="3907552"/>
            <a:ext cx="614783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Sicherheit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1800" dirty="0">
                <a:latin typeface="Arial" panose="020B0604020202020204" pitchFamily="34" charset="0"/>
              </a:rPr>
              <a:t>: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Sécurité</a:t>
            </a:r>
            <a:endParaRPr kumimoji="0" lang="de-D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Bundestag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1800" dirty="0">
                <a:latin typeface="Arial" panose="020B0604020202020204" pitchFamily="34" charset="0"/>
              </a:rPr>
              <a:t>: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Parlement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fédéral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allemand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Waffenembargo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Embargo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armes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Huthi-Rebellen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Rebels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houtis</a:t>
            </a:r>
            <a:endParaRPr kumimoji="0" 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Einsatzgebiet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Zone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d'intervention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militaire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Neuwahlen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élections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anticipées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außenpolitisches :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politique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étrangère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Fortführung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Poursuite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l’opération</a:t>
            </a:r>
            <a:endParaRPr kumimoji="0" 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800" b="1" dirty="0">
                <a:latin typeface="Arial" panose="020B0604020202020204" pitchFamily="34" charset="0"/>
              </a:rPr>
              <a:t>Bundeswehreinsätze : </a:t>
            </a:r>
            <a:r>
              <a:rPr lang="de-DE" sz="1800" dirty="0" err="1">
                <a:latin typeface="Arial" panose="020B0604020202020204" pitchFamily="34" charset="0"/>
              </a:rPr>
              <a:t>opération</a:t>
            </a:r>
            <a:r>
              <a:rPr lang="de-DE" sz="1800" dirty="0">
                <a:latin typeface="Arial" panose="020B0604020202020204" pitchFamily="34" charset="0"/>
              </a:rPr>
              <a:t> de </a:t>
            </a:r>
            <a:r>
              <a:rPr lang="de-DE" sz="1800" dirty="0" err="1">
                <a:latin typeface="Arial" panose="020B0604020202020204" pitchFamily="34" charset="0"/>
              </a:rPr>
              <a:t>l‘armée</a:t>
            </a:r>
            <a:r>
              <a:rPr lang="de-DE" sz="1800" dirty="0">
                <a:latin typeface="Arial" panose="020B0604020202020204" pitchFamily="34" charset="0"/>
              </a:rPr>
              <a:t> </a:t>
            </a:r>
            <a:r>
              <a:rPr lang="de-DE" sz="1800" dirty="0" err="1">
                <a:latin typeface="Arial" panose="020B0604020202020204" pitchFamily="34" charset="0"/>
              </a:rPr>
              <a:t>allemande</a:t>
            </a:r>
            <a:endParaRPr lang="de-DE" sz="1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575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Grand écran</PresentationFormat>
  <Paragraphs>10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Bundestag verlängert vier Bundeswehreinsätze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brunet</dc:creator>
  <cp:lastModifiedBy>marc brunet</cp:lastModifiedBy>
  <cp:revision>1</cp:revision>
  <dcterms:created xsi:type="dcterms:W3CDTF">2025-02-02T16:36:49Z</dcterms:created>
  <dcterms:modified xsi:type="dcterms:W3CDTF">2025-02-02T16:36:49Z</dcterms:modified>
</cp:coreProperties>
</file>